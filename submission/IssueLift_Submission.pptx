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 2026 SUBMISSION • GEMMA 4 OPEN WEIGHTS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IssueLift v1.3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Issue URL to a Proven Next Step Before Anyone Edits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https://issue-lift.vercel.app/   •   GitHub: https://github.com/rudraarcadeskills-art/IssueLift-HackDay-2026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347472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PROMISE &amp; PRE-IMPLEMENTATION INNOVATION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Problem: Newcomers pick issues, spend days coding, only to be rejected because their definition of "done" diverged from maintainer intent, or because tests were never identified before coding.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Solution: IssueLift intercepts the workflow BEFORE code edits begin. Paste any public GitHub issue URL: IssueLift indexes bounded repo manifests, uses Google Gemma 4 to compile a structured Contribution Contract, traces requirements to real test evidence, and drafts copy-ready maintainer questions.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Zero-Budget Invariant: Real GitHub REST data + Google Gemma 4 free tier + deterministic offline Claim Gate. Never executes untrusted repository code on the host server.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LIFT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73152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IssueLift works before coding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public GitHub issue into a reviewable plan with evidence—not guesswork.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2048256" cy="2980944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011680"/>
            <a:ext cx="201168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9424"/>
            <a:ext cx="475488" cy="475488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issue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419856"/>
            <a:ext cx="1719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public GitHub issue URL. Check issue status and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38628" y="3419856"/>
            <a:ext cx="109728" cy="228600"/>
          </a:xfrm>
          <a:prstGeom prst="chevron">
            <a:avLst/>
          </a:prstGeom>
          <a:solidFill>
            <a:srgbClr val="2A3953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1216" y="1993392"/>
            <a:ext cx="2048256" cy="2980944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9504" y="2011680"/>
            <a:ext cx="2011680" cy="5029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249424"/>
            <a:ext cx="475488" cy="475488"/>
          </a:xfrm>
          <a:prstGeom prst="ellipse">
            <a:avLst/>
          </a:prstGeom>
          <a:solidFill>
            <a:srgbClr val="67E8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35808" y="290779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scan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35808" y="3419856"/>
            <a:ext cx="1719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repository files, manifests and docs within API limits.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1476" y="3419856"/>
            <a:ext cx="109728" cy="228600"/>
          </a:xfrm>
          <a:prstGeom prst="chevron">
            <a:avLst/>
          </a:prstGeom>
          <a:solidFill>
            <a:srgbClr val="2A3953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1993392"/>
            <a:ext cx="2048256" cy="2980944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2352" y="2011680"/>
            <a:ext cx="2011680" cy="502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2249424"/>
            <a:ext cx="475488" cy="475488"/>
          </a:xfrm>
          <a:prstGeom prst="ellipse">
            <a:avLst/>
          </a:prstGeom>
          <a:solidFill>
            <a:srgbClr val="5EEA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48656" y="290779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contract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48656" y="3419856"/>
            <a:ext cx="1719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extracts explicit criteria and labels inferred proposals.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64324" y="3419856"/>
            <a:ext cx="109728" cy="228600"/>
          </a:xfrm>
          <a:prstGeom prst="chevron">
            <a:avLst/>
          </a:prstGeom>
          <a:solidFill>
            <a:srgbClr val="2A3953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1993392"/>
            <a:ext cx="2048256" cy="2980944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2011680"/>
            <a:ext cx="201168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1504" y="2249424"/>
            <a:ext cx="475488" cy="475488"/>
          </a:xfrm>
          <a:prstGeom prst="ellipse">
            <a:avLst/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evidence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61504" y="3419856"/>
            <a:ext cx="1719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criteria to candidate source/test files and documented commands.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77172" y="3419856"/>
            <a:ext cx="109728" cy="228600"/>
          </a:xfrm>
          <a:prstGeom prst="chevron">
            <a:avLst/>
          </a:prstGeom>
          <a:solidFill>
            <a:srgbClr val="2A3953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1993392"/>
            <a:ext cx="2048256" cy="2980944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28048" y="2011680"/>
            <a:ext cx="2011680" cy="5029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2249424"/>
            <a:ext cx="475488" cy="475488"/>
          </a:xfrm>
          <a:prstGeom prst="ellipse">
            <a:avLst/>
          </a:prstGeom>
          <a:solidFill>
            <a:srgbClr val="67E8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74352" y="2907792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export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674352" y="3419856"/>
            <a:ext cx="171907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Gate rejects fabricated paths; export a Proof Bundle and handoff.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5285232"/>
            <a:ext cx="10881360" cy="713232"/>
          </a:xfrm>
          <a:prstGeom prst="roundRect">
            <a:avLst/>
          </a:prstGeom>
          <a:solidFill>
            <a:srgbClr val="141E31"/>
          </a:solidFill>
          <a:ln w="12700">
            <a:solidFill>
              <a:srgbClr val="2A39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495544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PROPOSES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88920" y="54726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27248" y="54955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GATE VERIFIES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95544" y="547268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33872" y="549554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 DECIDES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28432" y="546811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are bounded; unverified evidence stays explicitly uncertain.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" y="6510528"/>
            <a:ext cx="5120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ISSUELIFT  •  HACKTOBERFEST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83696" y="6492240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C0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WORKFLOW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Contract Compiler (What Does "Done" Mean?)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1. Explicit vs. Inferred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Explicit Quotes: Direct issue excerpts are retained verbatim as AC-01, AC-02, etc. and linked to GitHub.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AI-Proposed: Missing requirements are clearly quarantined and labelled AI-INFERRED. Never masquerade as maintainer approved.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In-Memory Editing: Contributor can edit criteria or toggle "Needs Clarification" in real time without database overhead.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2. Readiness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ACTIONABLE: Issue open, unassigned, candidate source files identified, test evidence mapped.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CLARIFY FIRST: Closed on GitHub, assigned to another engineer, or ambiguous criteria require maintainer confirmation.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EVIDENCE-LIMITED: Truncated repository tree or missing setup documentation disclosed honestly.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3. Copy-Ready Handoff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4464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Specific Question: Cites the exact triggering ambiguity from the issue, not generic conversational filler.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Proposed Additions: Drafts concrete acceptance criteria additions for maintainer blessing.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Never Auto-Posts: Contributor edits and copies to clipboard manually. Respects maintainer space.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WORKFLOW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Acceptance-to-Test TraceMap &amp; Test Gap Radar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4-NODE VERIFIED EVIDENCE CHAINS &amp; HONEST CAVEATS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1. Requirement Node: Explicit issue quote (e.g. AC-01) with direct clickable link back to GitHub discussion.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2. Candidate Implementation Node: File path confirmed in fetched repository tree. Path existence is VERIFIED; relevance remains AI-INFERRED until validated.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3. Candidate Test Node: Test file or spec candidate identified. Status: TEST EVIDENCE FOUND, or NO TEST EVIDENCE FOUND IN SCANNED FILES.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4. Documented Test Command: Documented npm/cargo/pytest command extracted from README/CONTRIBUTING with direct file citation.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TEST GAP RADAR &amp; HONEST UNCERTAINTY: Scans are strictly bounded by API limits. When no test evidence is identified in scanned files, IssueLift generates a Test Gap card explaining what was checked, why uncertainty exists, and proposing a manual verification scenario. It NEVER claims "no tests exist" in the repository or invents false coverage percentages.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 &amp;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Proposes; Deterministic Claim Gate Verifies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663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Gemma 4 Reasoning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Server-Side Integration: Official @google/genai SDK on Next.js server route handlers.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Verified Model: gemma-4-26b-a4b-it via Google AI Studio free tier.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Secret Isolation: GEMMA_API_KEY is never leaked to browser, git, or client bundles.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Prompt Injection Defense: Issue body and comments are explicitly isolated as untrusted data.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Structured Zod Schema: Validates requirement criteria, status rationales, and handoff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1663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Deterministic Claim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Real Tree Validation: Checks every candidate path against the fetched repository tree.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Hallucination Rejection: Nonexistent paths and hallucinated source IDs are demoted to UNKNOWN and logged in the audit ledger.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Safe Missing-Key Fallback: If GEMMA_API_KEY is absent, the deterministic baseline compiler activates. Zero broken screens or dummy results.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Zero Code Execution: Never runs repository scripts, never executes scanned code on server.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BENCHMARK INVARIANTS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ProofBench: 7/7 Fixtures Passing (100% Offline)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*ProofBench evaluates 7 deterministic guardrail fixtures in eval/fixtures/ — distinct from the 80 unit tests in tests/ (Vitest).*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Guardrail Invariant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Criterion + Verified Source and Test Evidence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Paths verified in tree, zero rejected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ACTIONABLE, Test Evidence Found)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Vague Issue with Implicit Requirements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criteria labelled INFERRED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CLARIFY FIRST, Criteria AI-PROPOSED)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Test Evidence in Bounded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Phrased "No test evidence found in scanned files"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(Bounded scan caveat respected)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Fabricated File Path &amp; Hallucinated Source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Gate rejects &amp; demotes 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(1 path rejected, logged in audit ledger)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Truncated Repository Tree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Yields SCAN INCOMPLETE / 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EVIDENCE-LIMITED)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Untrusted Instruction / Prompt Injection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treated as text; cannot bypass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(Closed status maintained; CLARIFY FIRST)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Setup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commands remain 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(Zero fabricated setup commands)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 2026 THEME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Open Innovation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solidFill>
            <a:srgbClr val="121A2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1F5F9"/>
                </a:solidFill>
              </a:rPr>
              <a:t>"IssueLift turns an open issue into a reviewable Contribution Contract and evidence-to-test map before coding begins. The deterministic Claim Gate can be inspected and improved; the public ProofBench lets contributors add counterexamples whenever a path, citation, requirement or test-evidence label is wrong. This makes reliability rules—not only UI code—open to community inspection and extension. We claim no impact numbers until measured."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COMMUNITY PARTICIPATION WITHOUT TOUCHING MODEL WEIGHTS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1. Inspectable Reliability: Proprietary AI tools hide reasoning failures behind opaque confidence scores. IssueLift makes every invariant inspectable in public fixtures.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2. Community Counterexamples: A newcomer who finds a hallucinated path or mislabeled test file can submit a fixture in eval/fixtures/ without retraining an LLM.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3. Sustainable Maintainer Health: Instead of flooding repositories with automated PR spam, open innovation here means higher signal: questions asked early, tests identified first.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Compliance Matrix &amp; Submission Readiness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 Criterion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Artifact / Proof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Proper README &amp; Tests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README.md verified; 80 unit tests passing across 4 suites (vitest in tests/)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(80/80 Passing)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Gemma Central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@google/genai calls gemma-4-26b-a4b-it; fallback baseline compiler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(Live &amp; fallback)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Features 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app: https://issue-lift.vercel.app/ &amp; local Next.js on port 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Open Source Repo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repo: https://github.com/rudraarcadeskills-art/IssueLift-HackDay-2026 (clean diff, 0 secrets)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Innovation &amp; 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Pre-edit Contribution Contract + 4-Node TraceMap + Claim Gate + ProofBundle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(P0 workflow complete)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Why Open Innovation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Slide #7, README section, and docs/open-innovation.md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Community Playbook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CONTRIBUTING.md, Code of Conduct, newcomer templates, ProofBench guide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Demo Deck &amp; 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submission/IssueLift_Submission.pptx (8 slides) + 3-4 min demo in docs/demo-script.md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(Generated)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Setup &amp; ProofBench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install guide (Node 18.17+/20+) + 7/7 ProofBench evaluation fixtures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(7/7 Fixtures)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2026-10-29T18:04:43Z</dcterms:created>
  <dcterms:modified xsi:type="dcterms:W3CDTF">2026-10-29T18:04:43Z</dcterms:modified>
</cp:coreProperties>
</file>